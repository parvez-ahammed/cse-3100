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nrope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nrope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anrop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7ca22a7d44_0_1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7ca22a7d44_0_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7ca22a7d44_0_14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7ca22a7d44_0_14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7ca22a7d44_0_15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7ca22a7d44_0_15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ca22a7d44_0_1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A">
  <p:cSld name="TITLE_AND_BODY_2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327575" y="1616646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rmAutofit/>
          </a:bodyPr>
          <a:lstStyle>
            <a:lvl1pPr lvl="0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J">
  <p:cSld name="TITLE_AND_BODY_2_1_1_1_1_1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>
            <p:ph idx="2" type="pic"/>
          </p:nvPr>
        </p:nvSpPr>
        <p:spPr>
          <a:xfrm>
            <a:off x="45720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rmAutofit/>
          </a:bodyPr>
          <a:lstStyle>
            <a:lvl1pPr lvl="0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D">
  <p:cSld name="TITLE_AND_BODY_2_1_1_1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>
            <p:ph idx="2" type="pic"/>
          </p:nvPr>
        </p:nvSpPr>
        <p:spPr>
          <a:xfrm>
            <a:off x="29629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515192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515192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rmAutofit/>
          </a:bodyPr>
          <a:lstStyle>
            <a:lvl1pPr lvl="0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sz="13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Quarterly business review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327575" y="340500"/>
            <a:ext cx="69315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 &amp; Team</a:t>
            </a:r>
            <a:endParaRPr/>
          </a:p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27575" y="1616650"/>
            <a:ext cx="60507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Project Title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Include all team members involved in this project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Course Name and Number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Instructor's Name and Submission Date </a:t>
            </a:r>
            <a:endParaRPr/>
          </a:p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327575" y="1616646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Main Features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Technologies Used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System Architecture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Key Highlights / Challenges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Demo Flow (User Journey)</a:t>
            </a:r>
            <a:endParaRPr/>
          </a:p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Features</a:t>
            </a:r>
            <a:endParaRPr/>
          </a:p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507456" y="1581976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Core functionality of the software</a:t>
            </a:r>
            <a:endParaRPr/>
          </a:p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Used</a:t>
            </a:r>
            <a:endParaRPr/>
          </a:p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507456" y="1581976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Languages, frameworks, tools</a:t>
            </a:r>
            <a:endParaRPr/>
          </a:p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07456" y="1581976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Simple diagram (frontend, backend, DB, APIs)</a:t>
            </a:r>
            <a:endParaRPr/>
          </a:p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Highlights / Challenges &amp; Solutions </a:t>
            </a:r>
            <a:endParaRPr/>
          </a:p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507449" y="1581975"/>
            <a:ext cx="5784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1–2 technical hurdles solved that the team is proud of</a:t>
            </a:r>
            <a:endParaRPr/>
          </a:p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Flow (User Journey)</a:t>
            </a:r>
            <a:endParaRPr/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507456" y="1581976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Short flow before moving to live demo</a:t>
            </a:r>
            <a:endParaRPr/>
          </a:p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